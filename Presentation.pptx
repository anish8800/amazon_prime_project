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6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9D7B1-BDF9-108D-D3A8-AD9E51F2A8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B20F7D-4475-A1A4-7EDC-6BC13FACF1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9A96F6-2EDA-24B3-6444-AB07F5BA8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32B54C-3952-E7D2-1981-7727AF0AA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124C22-C76F-F3B7-E6F2-59962BF0B0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31719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3A2A3F-3CFF-E8B4-3E28-8EFD5446AD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1E48EE-C6E6-ED1C-2EF3-3A499EB5B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508C2-F575-C0EE-778E-A358D4A14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58AA20-795D-1918-46FF-75D5A3A0CB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7EF3A6-8624-43D0-3CC8-627B24746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023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517E1-A266-D587-F0F6-65EB07BC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29C940-BF41-EC5D-EE7D-4984FAC5DD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7F9CFC-DEEC-4F33-1E1F-CA8C09D2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A72CC-1C0B-A3C8-81DB-0000A725B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B1AF94-13EF-FFA7-99D2-5AE1C78B7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591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1012F9-A825-6FF5-7405-5793B19B57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BFF4BF-5537-4A23-B67F-6F1CEAC6E2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971DE1-7C4E-692E-B019-DAEDC12B8E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F0B895-3A00-9B79-3381-6AC7FB293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5D934D-9475-7DD8-EB2B-B1135D4E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AE4780-859A-76DD-A729-DD583BD32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5740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12EFD5-E1AF-C43C-6E6E-498A37FE7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F92FDB-D3E4-4645-AFD1-DCB00E6F2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F365A7-6BE0-C5A5-DD11-2D8CF32A89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1B91CCB-55D2-9665-A8D4-B25FE273AC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2FB7EE-6C34-494F-001C-7A52AE0B61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6542A3-5BE6-024E-2BD5-3E743C864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0E37BA-CC3C-6F40-9F2F-6F4AFE74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885712F-070B-1EB8-3213-9D7639ACC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03336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202E7-9C4C-0B11-DEAB-EC3E19C1DD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2A128A5-B748-54AE-9030-8537A23631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69FFC9-5E12-835A-BB00-E5B59FA30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EDFA05-3FC7-256D-94E3-D3C1D3A5E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085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D80504-D270-691B-05AD-E89603BE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2AAAE8-A907-01B9-3AD2-144A26598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F07ADE-FFD3-4C88-62B6-42412C8356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21055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D0E4A-08F9-44F9-BF2C-AD05928B0E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12E3C-580E-4BC7-412B-94F392686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0C839A-F084-82AB-8272-C4AF9A1B46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B58BF-B344-047C-8686-9175405540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B3D887-7206-7849-20FB-44DCB7D949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F52E7D-2CF1-5236-8221-AC5BE3328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28813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E4521-6EA8-7BED-80EB-D3F73E6507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7A662F-301B-3E3B-E223-BE5E6EE4455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528D32-F9CC-FDFD-725F-2585245791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B6A53-4170-D010-8823-C2352F732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F1B1C9-7A04-FAF7-2933-2CA089F9A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5F78E1-3712-8EA6-3ACA-33B19D465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0596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2EA265-8BB4-2AEA-974C-F8856D19F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263676-E4F8-5D36-FE11-2883A416C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2A5C3F-98D5-BD66-7F71-5A38FC638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8640F3-C1F5-28DC-A5D0-51080CECA0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E0E63-E252-4854-3B24-B5C39520AB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2567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8C51D3-9E24-0CF4-8C00-91A3189CB2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0B54F1-2BA1-1EAB-2991-398DF883C8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05CE5E-E08A-EB2C-1527-5853A414C2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F48DF4-CBEB-2156-6748-2E83FC074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A21746-B1F6-77A0-347B-94C258C47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0278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9F1121-8EA6-FCC4-F0E8-E2E4A7B57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AF6F87-DFD4-1EBC-3C8C-AE520C7071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1C54B-9F72-FBF0-3D2D-229131232B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4D1362-106A-451E-BBC6-1BDC2DF185C0}" type="datetimeFigureOut">
              <a:rPr lang="en-IN" smtClean="0"/>
              <a:t>25-12-2025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31D8BA-8EEB-162C-57AC-46A2A46850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15EC9-351F-40CA-538A-AB7597BA4B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96798C-C366-4B73-9162-EA930C39EBF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68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0D2F01-80F2-6E13-5BC5-3646A17E1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3" y="0"/>
            <a:ext cx="1218495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9715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C750659-4962-7B2D-D682-A64B4E49C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1024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C8D78D-DD2E-F8FC-DB1C-55458DCAF2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83464"/>
            <a:ext cx="12192000" cy="7141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1458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7F8854F-E177-38EF-5069-60754D955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85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6B32185-6793-A164-2194-C9D694FAC4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42"/>
            <a:ext cx="12192000" cy="68405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8209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EF08E58-AF45-CABF-0B3D-CAE030A75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75"/>
            <a:ext cx="12192000" cy="6837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6630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669CCD-2252-08B9-5CC7-CD07C1981D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3"/>
            <a:ext cx="12192000" cy="685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960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FD2603-3159-0090-8C0F-51683DE48D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15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6CFD38B-5859-41DA-B9F8-C612030C8A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111"/>
            <a:ext cx="12192000" cy="6851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468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163CDD4-B61A-6EF4-DA19-760875AB66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6"/>
            <a:ext cx="12192000" cy="6856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51180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BA06E96-5E0C-7A4C-902B-E05E6BD91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160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7C06AAA-BA41-E2BD-FA04-34975469EB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079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0</Words>
  <Application>Microsoft Office PowerPoint</Application>
  <PresentationFormat>Widescreen</PresentationFormat>
  <Paragraphs>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Anish Wadatkar</dc:creator>
  <cp:lastModifiedBy>Anish Wadatkar</cp:lastModifiedBy>
  <cp:revision>1</cp:revision>
  <dcterms:created xsi:type="dcterms:W3CDTF">2025-12-25T15:49:27Z</dcterms:created>
  <dcterms:modified xsi:type="dcterms:W3CDTF">2025-12-25T15:58:12Z</dcterms:modified>
</cp:coreProperties>
</file>